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59HZbn3+QOhTvZwEtfnCVCDmh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68369379_7_8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68369379_7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68369379_7_80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ad68369379_7_80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ad68369379_7_8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68369379_7_80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ad68369379_7_80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d68369379_7_8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ad68369379_7_8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ad68369379_7_8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68369379_7_8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68369379_7_8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ad68369379_7_8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ad68369379_7_8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d68369379_7_8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ad68369379_7_8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d68369379_7_8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ad68369379_7_8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ad68369379_7_8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68369379_7_8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ad68369379_7_8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d68369379_7_830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d68369379_7_8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ad68369379_7_8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ad68369379_7_83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ad68369379_7_8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d68369379_7_8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ad68369379_7_8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d68369379_7_8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ad68369379_7_8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ad68369379_7_8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68369379_7_8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d68369379_7_8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ad68369379_7_8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ad68369379_7_8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ad68369379_7_8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ad68369379_7_8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d68369379_7_80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ad68369379_7_80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ad68369379_7_8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tyle draker, to fit the theme." id="60" name="Google Shape;60;g3ad68369379_7_8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186"/>
            <a:ext cx="9144171" cy="510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struggle with: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Slow manual solving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Confusing steps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Weak calculator explanations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unified tool for screenshots + images + typed math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/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457200" y="1600200"/>
            <a:ext cx="448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MathSnap AI provides: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Screenshot solving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Image upload solving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Typed equation solving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AI step-by-step explanations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Stripe-based premium upgrade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4223" t="2856"/>
          <a:stretch/>
        </p:blipFill>
        <p:spPr>
          <a:xfrm>
            <a:off x="5486725" y="1245187"/>
            <a:ext cx="3200075" cy="49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Home popup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Type a problem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AI solving screen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Step-by-step solution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Premium upgrade → Success screen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1864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1"/>
          </a:p>
        </p:txBody>
      </p:sp>
      <p:pic>
        <p:nvPicPr>
          <p:cNvPr id="85" name="Google Shape;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1329463"/>
            <a:ext cx="75628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